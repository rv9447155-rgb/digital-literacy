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-7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79CE5-055B-794F-D1BB-2F26B7723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41C045-E3F5-9C9C-AB71-63C77864A1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8197E-290E-9C81-C802-ACC48807C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F878-D07A-41C5-BDB7-3F134DCBD52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021B2-3B11-FC00-F0B9-3F252B7FD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0DEFE-83C0-0F7C-257E-4AC0B144B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9529-6812-4887-9EB9-4FB60D1AB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214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B30E-4A90-177E-640F-9B515DFEE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9BD33-D670-2A23-BC4E-ACA80CC08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E7DCF-1B93-2D74-5D03-A4FCB3C13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F878-D07A-41C5-BDB7-3F134DCBD52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1CD3A-D5A5-A20A-F224-4074373D9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7F300-118C-AB5B-320B-CE8A30307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9529-6812-4887-9EB9-4FB60D1AB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913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5C68A-8E11-18D8-20D8-937D0B0B8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C5987-C22F-559A-3B17-02151CFE0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82A0F-DE3A-19E0-9CA2-2D472C5CC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F878-D07A-41C5-BDB7-3F134DCBD52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0F544-3EA7-10BC-EBD9-81ABABCF3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DA58C-C3CF-4193-190D-E5C58EDB3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9529-6812-4887-9EB9-4FB60D1AB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095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364E0-C5B8-4E6E-8617-FDAC60905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A80B1-151E-EA20-7C19-E3D73B7AF8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A793A-8E73-379B-E775-431A2A1EF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CE95C-4A96-5BAF-089A-FF36145A5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F878-D07A-41C5-BDB7-3F134DCBD52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E7DDE-EBBB-B663-FC9B-AC4B54A9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91474-71EC-8E6E-EA18-A846E265A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9529-6812-4887-9EB9-4FB60D1AB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28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81928-C569-AD55-6DFA-233167198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2C3E4-A6BC-5846-AB21-51BADEC75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0EB862-AB64-ADEA-B56B-B08D5985D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D02141-5DD7-4A1A-1F32-16E8E23F28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4AF25D-8DCA-86F3-035F-FEBF12FDF8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5D1A89-C7D0-AB48-DE06-E665BEF15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F878-D07A-41C5-BDB7-3F134DCBD52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8F0ED6-E2D5-2916-655F-FA144FDD8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59E427-108F-2636-5959-72DAFABF8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9529-6812-4887-9EB9-4FB60D1AB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079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BC198-A7BD-49A1-0F2A-5C4A04EF8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DE2C4E-5D81-C96B-EE36-702F869E6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F878-D07A-41C5-BDB7-3F134DCBD52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77FA5-6386-C205-EAF9-166D0EBFE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9BC398-7F0E-D051-798E-E006F4919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9529-6812-4887-9EB9-4FB60D1AB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622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1F0967-1409-DD48-58AE-1D087E39D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F878-D07A-41C5-BDB7-3F134DCBD52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321B3B-8E0E-97B2-528D-37DCDC11E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AA262-468C-918F-4B5C-F8A95C7AA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9529-6812-4887-9EB9-4FB60D1AB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04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B7930-6C68-6BA0-E9AE-39F002BE3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59942-513C-FF6B-8088-88DE98CEA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48A7F-CCB2-ADA7-0DB1-D56EFD12B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B820C-B5CC-9B7C-FD83-116A29371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F878-D07A-41C5-BDB7-3F134DCBD52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CAE53-DA66-FEBE-C878-985007DD0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E57FB-5072-079D-ACC8-48AF7CB11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9529-6812-4887-9EB9-4FB60D1AB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91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6B05B-4010-8EC9-45A3-C84B69D6B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BC8146-60FC-31B3-0A30-B4F3982480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708DBC-8566-ABE9-0F75-E99C9D951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6AB2F-FFC1-FA87-DF7F-83E9AF0C3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F878-D07A-41C5-BDB7-3F134DCBD52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A6EED-7E5F-CEAB-46FC-4DFD9AD99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BB241-8A44-C1AD-BD16-AF7EB5953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9529-6812-4887-9EB9-4FB60D1AB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8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703F6-810C-375B-7835-71BF4BF9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CD13B5-CFF4-AD36-95D3-B65535C05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3348E-5B63-A827-25D0-506BED47D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F878-D07A-41C5-BDB7-3F134DCBD52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385BB-BBD5-6401-BE6B-76C017D06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E3251-22F8-8EAB-D218-2B1FEFED7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9529-6812-4887-9EB9-4FB60D1AB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839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D52A96-7155-FFA2-E97C-DF60C41D3C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4B71A6-C9DA-6D55-0672-078577DD7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E02F5-866E-F80A-06BE-8F361CC65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F878-D07A-41C5-BDB7-3F134DCBD52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693FF-0907-2A17-7717-CC09091F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94E06-FFE6-A5C3-6210-31D4C40C3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9529-6812-4887-9EB9-4FB60D1AB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940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61FB35-C041-4205-0CF2-21B231443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851E5-3D7C-50A0-140B-D80129396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6D8D0-1BB0-264B-1380-447AD37823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BF878-D07A-41C5-BDB7-3F134DCBD52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23E7D-E3B0-D897-B2D8-575D86E3C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47502-BFD3-ACA9-9DF8-2FFCC032D9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D9529-6812-4887-9EB9-4FB60D1AB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691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C4DE7-8049-1169-98B2-D7F0986895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Cyber Safety Checklist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6DC45D-EFFE-34D3-F263-2D8C9B4B13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606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17058DA-15AE-850F-C3FD-E0E926E4C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8138"/>
            <a:ext cx="10515600" cy="5838825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dirty="0"/>
              <a:t>Digital Safety Checklist: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Never share OTP, PIN, or passwords with anyone  </a:t>
            </a:r>
          </a:p>
          <a:p>
            <a:pPr marL="0" indent="0">
              <a:buNone/>
            </a:pPr>
            <a:r>
              <a:rPr lang="en-US" dirty="0"/>
              <a:t>• Do not accept unknown UPI payment requests  </a:t>
            </a:r>
          </a:p>
          <a:p>
            <a:pPr marL="0" indent="0">
              <a:buNone/>
            </a:pPr>
            <a:r>
              <a:rPr lang="en-US" dirty="0"/>
              <a:t>• Always verify sender identity before transactions  </a:t>
            </a:r>
          </a:p>
          <a:p>
            <a:pPr marL="0" indent="0">
              <a:buNone/>
            </a:pPr>
            <a:r>
              <a:rPr lang="en-US" dirty="0"/>
              <a:t>• Use only official and trusted apps  </a:t>
            </a:r>
          </a:p>
          <a:p>
            <a:pPr marL="0" indent="0">
              <a:buNone/>
            </a:pPr>
            <a:r>
              <a:rPr lang="en-US" dirty="0"/>
              <a:t>• Enable two-factor authentication  </a:t>
            </a:r>
          </a:p>
          <a:p>
            <a:pPr marL="0" indent="0">
              <a:buNone/>
            </a:pPr>
            <a:r>
              <a:rPr lang="en-US" dirty="0"/>
              <a:t>• Keep apps and phone updated  </a:t>
            </a:r>
          </a:p>
          <a:p>
            <a:pPr marL="0" indent="0">
              <a:buNone/>
            </a:pPr>
            <a:r>
              <a:rPr lang="en-US" dirty="0"/>
              <a:t>• Avoid using public </a:t>
            </a:r>
            <a:r>
              <a:rPr lang="en-US" dirty="0" err="1"/>
              <a:t>WiFi</a:t>
            </a:r>
            <a:r>
              <a:rPr lang="en-US" dirty="0"/>
              <a:t> for payments  </a:t>
            </a:r>
          </a:p>
          <a:p>
            <a:pPr marL="0" indent="0">
              <a:buNone/>
            </a:pPr>
            <a:r>
              <a:rPr lang="en-US" dirty="0"/>
              <a:t>• Do not click unknown or suspicious links  </a:t>
            </a:r>
          </a:p>
          <a:p>
            <a:pPr marL="0" indent="0">
              <a:buNone/>
            </a:pPr>
            <a:r>
              <a:rPr lang="en-US" dirty="0"/>
              <a:t>• Regularly check bank statements  </a:t>
            </a:r>
          </a:p>
          <a:p>
            <a:pPr marL="0" indent="0">
              <a:buNone/>
            </a:pPr>
            <a:r>
              <a:rPr lang="en-US" dirty="0"/>
              <a:t>• Log out from shared devices 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Awareness Tips: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Stay informed about latest cyber scams  </a:t>
            </a:r>
          </a:p>
          <a:p>
            <a:pPr marL="0" indent="0">
              <a:buNone/>
            </a:pPr>
            <a:r>
              <a:rPr lang="en-US" dirty="0"/>
              <a:t>• Educate family members about online safety  </a:t>
            </a:r>
          </a:p>
          <a:p>
            <a:pPr marL="0" indent="0">
              <a:buNone/>
            </a:pPr>
            <a:r>
              <a:rPr lang="en-US" dirty="0"/>
              <a:t>• Do not trust calls claiming to be from bank  </a:t>
            </a:r>
          </a:p>
          <a:p>
            <a:pPr marL="0" indent="0">
              <a:buNone/>
            </a:pPr>
            <a:r>
              <a:rPr lang="en-US" dirty="0"/>
              <a:t>• Always double-check before making payments  </a:t>
            </a:r>
          </a:p>
          <a:p>
            <a:pPr marL="0" indent="0">
              <a:buNone/>
            </a:pPr>
            <a:r>
              <a:rPr lang="en-US" dirty="0"/>
              <a:t>• Report fraud immediately without delay 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Reporting Information: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Cybercrime Portal: https://cybercrime.gov.in  </a:t>
            </a:r>
          </a:p>
          <a:p>
            <a:pPr marL="0" indent="0">
              <a:buNone/>
            </a:pPr>
            <a:r>
              <a:rPr lang="en-US" dirty="0"/>
              <a:t>Helpline Number : 1930</a:t>
            </a:r>
          </a:p>
          <a:p>
            <a:pPr marL="0" indent="0">
              <a:buNone/>
            </a:pPr>
            <a:r>
              <a:rPr lang="en-US" dirty="0"/>
              <a:t>Awareness and caution are best </a:t>
            </a:r>
            <a:r>
              <a:rPr lang="en-US" dirty="0" err="1"/>
              <a:t>defences</a:t>
            </a:r>
            <a:r>
              <a:rPr lang="en-US" dirty="0"/>
              <a:t> </a:t>
            </a:r>
            <a:r>
              <a:rPr lang="en-US"/>
              <a:t>against cybercrimes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622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Cyber Safety Checklist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 VERMA</dc:creator>
  <cp:lastModifiedBy>RAJ VERMA</cp:lastModifiedBy>
  <cp:revision>1</cp:revision>
  <dcterms:created xsi:type="dcterms:W3CDTF">2026-03-30T17:18:27Z</dcterms:created>
  <dcterms:modified xsi:type="dcterms:W3CDTF">2026-03-30T17:18:28Z</dcterms:modified>
</cp:coreProperties>
</file>