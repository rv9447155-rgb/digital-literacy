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3A295-7858-088E-3302-DE35E97EE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3234F-0216-DD1B-7B5D-AA02BF485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573CB-A611-59EE-CCCF-E8DE169F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E565-1DE0-4E43-9BC9-62B3AA553CE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A75F1-76CD-8774-E21F-8EFEBD5F3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A47DF-8305-E120-8878-FF5E0D98F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EE5D-DB59-452F-937E-70F0D017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94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48EB8-E792-CFF9-B5D3-F20FF6CA1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83B25-9EEB-98A2-B441-214F5E561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0AECA-F7D0-CDE3-C5E7-05D29390C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E565-1DE0-4E43-9BC9-62B3AA553CE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6FABC-8E8C-088B-0D61-13E449D6F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7E4BF-1EA0-77C5-ADD3-450D7B34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EE5D-DB59-452F-937E-70F0D017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73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15A6E-B272-DA37-0539-31552DC5D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9F5DA-04D4-9EB2-F0B2-E96D1C894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B73BA-6712-6226-36C5-2B10F5FA3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E565-1DE0-4E43-9BC9-62B3AA553CE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B597E-0F4B-4513-FE0A-842EE34A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E92E7-B644-0AC3-3EAD-7BEAB6481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EE5D-DB59-452F-937E-70F0D017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44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1D2B-B4BC-547E-2251-4AA48A7BA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6CE8D-6D53-1D49-0119-918A379E2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6648F-C205-C42E-54EC-5E31E105D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6AB2B-85F2-5BAD-75E4-19BD9CB35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E565-1DE0-4E43-9BC9-62B3AA553CE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48327-9CE7-7D9F-3232-83DDCD784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88878-F844-677D-0FD9-F9EC07CE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EE5D-DB59-452F-937E-70F0D017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58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377B9-2997-A521-BB83-EDE6942D3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EB50A-2870-D334-3F43-EE1486C79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5B933-20EA-B5D4-BC16-A04618482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54BEDA-FD2E-C785-A60C-7EFE58E2A9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E65145-BF93-32F6-7B0E-4853F5847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415B8-E082-700F-906A-4DA0F5A36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E565-1DE0-4E43-9BC9-62B3AA553CE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6BABA-17F5-BF77-2529-9E79DEE7A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F93B78-74F1-2833-DF2C-24B3A1D27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EE5D-DB59-452F-937E-70F0D017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7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4ECF-6E1B-FFBA-1007-F0079AC48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C5020-6674-F423-21FE-5A9EE887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E565-1DE0-4E43-9BC9-62B3AA553CE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10E38-8D7F-970B-EA7A-07E398DA6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C3E1B-0728-A734-E065-F0850633D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EE5D-DB59-452F-937E-70F0D017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63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D7929E-BFB2-DD10-5335-7A5DD409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E565-1DE0-4E43-9BC9-62B3AA553CE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1A30D-A300-405E-C6E7-D63FF147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43CD7-1C7D-A6C8-EDCE-65421CDE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EE5D-DB59-452F-937E-70F0D017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71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BAD9-475B-ADDA-0C37-D57D486CA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B6694-4C82-C48B-DC1D-583E9453E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C1C6E3-600B-F7EF-08B5-8C03CD86A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E74EE-AC8F-D2E1-2592-17285414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E565-1DE0-4E43-9BC9-62B3AA553CE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A8646-2AB3-C88A-349A-AB371CF0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A1876-529B-7132-6EAF-71497408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EE5D-DB59-452F-937E-70F0D017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6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0589E-3A56-C724-C797-E36DA2587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F4559D-0798-4FB7-64A1-E64C26BCC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35E4C-B965-B331-5C52-99FDF4A71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3CB84-A61C-D002-B6AD-84E4FF4E7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E565-1DE0-4E43-9BC9-62B3AA553CE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F4EDE-0040-0C8D-B78A-E94F9DE9E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73B6F-3430-8E1B-05A4-B6096729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EE5D-DB59-452F-937E-70F0D017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8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E1CB4-CE20-8746-A03B-42A015F2D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9071F-B3BA-2C73-FC51-23AE4CAB2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201CB-B0DE-CFF7-A9F7-6E60D953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E565-1DE0-4E43-9BC9-62B3AA553CE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9540F-6236-BB4C-28D0-510C804BE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DC91D-87B3-F7EB-AE04-F8415811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EE5D-DB59-452F-937E-70F0D017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538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38C7ED-FD2D-CE44-5C02-08050F64C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4DD07-58B4-B534-1DEC-B82BBE7F2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18D84-4E33-3DB6-D97F-1722E484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E565-1DE0-4E43-9BC9-62B3AA553CE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8EFFC-4236-5AD4-6190-12BB31044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0580F-4D21-6BF0-2405-BCC0998C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EE5D-DB59-452F-937E-70F0D017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90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BD2D35-0BC4-2063-B191-D4799B2E2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DB6A3-464B-D43C-4E7E-72E8AFDEC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1B65C-73EF-D672-562D-F12F71CDD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EE565-1DE0-4E43-9BC9-62B3AA553CE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BF90E-D9D7-C499-B313-D3C73D0CB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61073-D941-D79A-5823-D1D46B71B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7EE5D-DB59-452F-937E-70F0D017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FB092-7F3D-3712-5377-4E23CD9B5F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UPI Fraud in India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C4923-0511-7C42-DFB4-6F47932DBF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UPI fraud is a type of cybercrime where attackers trick users into sending money or revealing sensitive details like OTP or PIN through fake calls, links, or payment requests.</a:t>
            </a:r>
          </a:p>
        </p:txBody>
      </p:sp>
    </p:spTree>
    <p:extLst>
      <p:ext uri="{BB962C8B-B14F-4D97-AF65-F5344CB8AC3E}">
        <p14:creationId xmlns:p14="http://schemas.microsoft.com/office/powerpoint/2010/main" val="2838929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4148A-D79B-E775-A11C-3EE346598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152"/>
            <a:ext cx="10515600" cy="6519671"/>
          </a:xfrm>
        </p:spPr>
        <p:txBody>
          <a:bodyPr/>
          <a:lstStyle/>
          <a:p>
            <a:r>
              <a:rPr lang="en-US" dirty="0"/>
              <a:t>How this scam works</a:t>
            </a:r>
          </a:p>
          <a:p>
            <a:pPr marL="0" indent="0">
              <a:buNone/>
            </a:pPr>
            <a:r>
              <a:rPr lang="en-US" dirty="0"/>
              <a:t>1. Victim receives a call/message pretending to be from bank or support  </a:t>
            </a:r>
          </a:p>
          <a:p>
            <a:pPr marL="0" indent="0">
              <a:buNone/>
            </a:pPr>
            <a:r>
              <a:rPr lang="en-US" dirty="0"/>
              <a:t>2. Scammer sends a fake payment request or link  </a:t>
            </a:r>
          </a:p>
          <a:p>
            <a:pPr marL="0" indent="0">
              <a:buNone/>
            </a:pPr>
            <a:r>
              <a:rPr lang="en-US" dirty="0"/>
              <a:t>3. Victim enters UPI PIN or clicks link  </a:t>
            </a:r>
          </a:p>
          <a:p>
            <a:pPr marL="0" indent="0">
              <a:buNone/>
            </a:pPr>
            <a:r>
              <a:rPr lang="en-US" dirty="0"/>
              <a:t>4. Money gets transferred instantly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Who is targeted</a:t>
            </a:r>
          </a:p>
          <a:p>
            <a:pPr marL="0" indent="0">
              <a:buNone/>
            </a:pPr>
            <a:r>
              <a:rPr lang="en-US" dirty="0"/>
              <a:t>• Students  </a:t>
            </a:r>
          </a:p>
          <a:p>
            <a:pPr marL="0" indent="0">
              <a:buNone/>
            </a:pPr>
            <a:r>
              <a:rPr lang="en-US" dirty="0"/>
              <a:t>• Elderly people  </a:t>
            </a:r>
          </a:p>
          <a:p>
            <a:pPr marL="0" indent="0">
              <a:buNone/>
            </a:pPr>
            <a:r>
              <a:rPr lang="en-US" dirty="0"/>
              <a:t>• New digital users  </a:t>
            </a:r>
          </a:p>
          <a:p>
            <a:pPr marL="0" indent="0">
              <a:buNone/>
            </a:pPr>
            <a:r>
              <a:rPr lang="en-US" dirty="0"/>
              <a:t>• People unfamiliar with UPI safety </a:t>
            </a:r>
          </a:p>
        </p:txBody>
      </p:sp>
    </p:spTree>
    <p:extLst>
      <p:ext uri="{BB962C8B-B14F-4D97-AF65-F5344CB8AC3E}">
        <p14:creationId xmlns:p14="http://schemas.microsoft.com/office/powerpoint/2010/main" val="2484941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7CB9E-C127-FE05-3F81-5549E78B4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712"/>
            <a:ext cx="10515600" cy="606564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Consequences</a:t>
            </a:r>
          </a:p>
          <a:p>
            <a:pPr marL="0" indent="0">
              <a:buNone/>
            </a:pPr>
            <a:r>
              <a:rPr lang="en-US" dirty="0"/>
              <a:t>• Financial loss  </a:t>
            </a:r>
          </a:p>
          <a:p>
            <a:pPr marL="0" indent="0">
              <a:buNone/>
            </a:pPr>
            <a:r>
              <a:rPr lang="en-US" dirty="0"/>
              <a:t>• Data theft  </a:t>
            </a:r>
          </a:p>
          <a:p>
            <a:pPr marL="0" indent="0">
              <a:buNone/>
            </a:pPr>
            <a:r>
              <a:rPr lang="en-US" dirty="0"/>
              <a:t>• Mental stress  </a:t>
            </a:r>
          </a:p>
          <a:p>
            <a:pPr marL="0" indent="0">
              <a:buNone/>
            </a:pPr>
            <a:r>
              <a:rPr lang="en-US" dirty="0"/>
              <a:t>• Loss of trust in digital systems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Prevention</a:t>
            </a:r>
          </a:p>
          <a:p>
            <a:pPr marL="0" indent="0">
              <a:buNone/>
            </a:pPr>
            <a:r>
              <a:rPr lang="en-US" dirty="0"/>
              <a:t>• Never share OTP or UPI PIN  </a:t>
            </a:r>
          </a:p>
          <a:p>
            <a:pPr marL="0" indent="0">
              <a:buNone/>
            </a:pPr>
            <a:r>
              <a:rPr lang="en-US" dirty="0"/>
              <a:t>• Do not approve unknown payment requests  </a:t>
            </a:r>
          </a:p>
          <a:p>
            <a:pPr marL="0" indent="0">
              <a:buNone/>
            </a:pPr>
            <a:r>
              <a:rPr lang="en-US" dirty="0"/>
              <a:t>• Verify sender details carefully  </a:t>
            </a:r>
          </a:p>
          <a:p>
            <a:pPr marL="0" indent="0">
              <a:buNone/>
            </a:pPr>
            <a:r>
              <a:rPr lang="en-US" dirty="0"/>
              <a:t>• Use official apps only  </a:t>
            </a:r>
          </a:p>
          <a:p>
            <a:pPr marL="0" indent="0">
              <a:buNone/>
            </a:pPr>
            <a:r>
              <a:rPr lang="en-US" dirty="0"/>
              <a:t>• Enable app lock and notifications  </a:t>
            </a:r>
          </a:p>
          <a:p>
            <a:pPr marL="0" indent="0">
              <a:buNone/>
            </a:pPr>
            <a:r>
              <a:rPr lang="en-US" dirty="0"/>
              <a:t>• Avoid public </a:t>
            </a:r>
            <a:r>
              <a:rPr lang="en-US" dirty="0" err="1"/>
              <a:t>WiFi</a:t>
            </a:r>
            <a:r>
              <a:rPr lang="en-US" dirty="0"/>
              <a:t> for transactions  </a:t>
            </a:r>
          </a:p>
          <a:p>
            <a:pPr marL="0" indent="0">
              <a:buNone/>
            </a:pPr>
            <a:r>
              <a:rPr lang="en-US" dirty="0"/>
              <a:t>• Do not click unknown links  </a:t>
            </a:r>
          </a:p>
          <a:p>
            <a:pPr marL="0" indent="0">
              <a:buNone/>
            </a:pPr>
            <a:r>
              <a:rPr lang="en-US" dirty="0"/>
              <a:t>• Report fraud immediately </a:t>
            </a:r>
          </a:p>
        </p:txBody>
      </p:sp>
    </p:spTree>
    <p:extLst>
      <p:ext uri="{BB962C8B-B14F-4D97-AF65-F5344CB8AC3E}">
        <p14:creationId xmlns:p14="http://schemas.microsoft.com/office/powerpoint/2010/main" val="1791237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BEDFD-D77E-2367-90B1-45B89C90C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568"/>
            <a:ext cx="10515600" cy="6010783"/>
          </a:xfrm>
        </p:spPr>
        <p:txBody>
          <a:bodyPr/>
          <a:lstStyle/>
          <a:p>
            <a:r>
              <a:rPr lang="en-US" dirty="0"/>
              <a:t>Reporting</a:t>
            </a:r>
          </a:p>
          <a:p>
            <a:pPr marL="0" indent="0">
              <a:buNone/>
            </a:pPr>
            <a:r>
              <a:rPr lang="da-DK" dirty="0"/>
              <a:t>Report at: https://cybercrime.gov.in  </a:t>
            </a:r>
          </a:p>
          <a:p>
            <a:pPr marL="0" indent="0">
              <a:buNone/>
            </a:pPr>
            <a:r>
              <a:rPr lang="da-DK" dirty="0"/>
              <a:t>Helpline: 1930 </a:t>
            </a:r>
          </a:p>
          <a:p>
            <a:pPr marL="0" indent="0">
              <a:buNone/>
            </a:pPr>
            <a:endParaRPr lang="da-DK" dirty="0"/>
          </a:p>
          <a:p>
            <a:r>
              <a:rPr lang="da-DK" dirty="0"/>
              <a:t>Conclusion</a:t>
            </a:r>
          </a:p>
          <a:p>
            <a:pPr marL="0" indent="0">
              <a:buNone/>
            </a:pPr>
            <a:r>
              <a:rPr lang="en-US" dirty="0"/>
              <a:t>UPI fraud is increasing due to lack of awareness. Users must stay alert and follow safety practices to protect their money and personal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4046572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203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UPI Fraud in India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VERMA</dc:creator>
  <cp:lastModifiedBy>RAJ VERMA</cp:lastModifiedBy>
  <cp:revision>1</cp:revision>
  <dcterms:created xsi:type="dcterms:W3CDTF">2026-03-30T17:07:14Z</dcterms:created>
  <dcterms:modified xsi:type="dcterms:W3CDTF">2026-03-30T17:13:09Z</dcterms:modified>
</cp:coreProperties>
</file>